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57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9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84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9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0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5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0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400C6-4049-43D5-8FCD-4F85E430277F}" type="datetimeFigureOut">
              <a:rPr lang="en-US" smtClean="0"/>
              <a:t>3/9/2019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DF3FE-4067-4DBD-8C16-884D02220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0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182886" y="182881"/>
            <a:ext cx="11573686" cy="6348548"/>
            <a:chOff x="805544" y="248195"/>
            <a:chExt cx="12009115" cy="6348548"/>
          </a:xfrm>
        </p:grpSpPr>
        <p:sp>
          <p:nvSpPr>
            <p:cNvPr id="4" name="Rectangle 3"/>
            <p:cNvSpPr/>
            <p:nvPr/>
          </p:nvSpPr>
          <p:spPr>
            <a:xfrm>
              <a:off x="805544" y="274320"/>
              <a:ext cx="1946365" cy="489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Bank Accounts</a:t>
              </a:r>
              <a:endParaRPr lang="en-US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004458" y="274320"/>
              <a:ext cx="1946365" cy="489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Brokerage Accounts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203373" y="248195"/>
              <a:ext cx="1837508" cy="489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Loan Accounts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293432" y="248195"/>
              <a:ext cx="1680752" cy="489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Stock Accounts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366072" y="248195"/>
              <a:ext cx="1854922" cy="4898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Trading Accounts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36023" y="960118"/>
              <a:ext cx="10384971" cy="60742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IDW VIEWS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7031" y="1972491"/>
              <a:ext cx="2782388" cy="74458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Authorization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2312126" y="2717074"/>
              <a:ext cx="0" cy="4180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827417" y="2717074"/>
              <a:ext cx="0" cy="4180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1807031" y="3135087"/>
              <a:ext cx="1393369" cy="3788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Role:admin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16086" y="3135086"/>
              <a:ext cx="1393369" cy="3788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Role:view</a:t>
              </a:r>
              <a:endParaRPr lang="en-US" dirty="0"/>
            </a:p>
          </p:txBody>
        </p:sp>
        <p:cxnSp>
          <p:nvCxnSpPr>
            <p:cNvPr id="20" name="Straight Arrow Connector 19"/>
            <p:cNvCxnSpPr>
              <a:stCxn id="10" idx="3"/>
            </p:cNvCxnSpPr>
            <p:nvPr/>
          </p:nvCxnSpPr>
          <p:spPr>
            <a:xfrm flipV="1">
              <a:off x="4589419" y="2344782"/>
              <a:ext cx="357486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8216537" y="1763485"/>
              <a:ext cx="2076995" cy="95358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LDAP</a:t>
              </a:r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61208" y="3768632"/>
              <a:ext cx="5109755" cy="28281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67097" y="3931921"/>
              <a:ext cx="1484812" cy="3722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Worksheet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807031" y="1074421"/>
              <a:ext cx="2020386" cy="3722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Apply State Rules</a:t>
              </a:r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54035" y="4565468"/>
              <a:ext cx="1484812" cy="3722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Cycle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54035" y="5264332"/>
              <a:ext cx="1484812" cy="3722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Ondemand</a:t>
              </a:r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827417" y="4000499"/>
              <a:ext cx="1484812" cy="3722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Main frame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13414" y="3172461"/>
              <a:ext cx="6701245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 smtClean="0">
                  <a:solidFill>
                    <a:srgbClr val="FF0000"/>
                  </a:solidFill>
                </a:rPr>
                <a:t>Stale checks </a:t>
              </a:r>
              <a:r>
                <a:rPr lang="en-US" sz="1600" b="1" dirty="0" smtClean="0"/>
                <a:t>– Checks Deposited or not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 smtClean="0">
                  <a:solidFill>
                    <a:srgbClr val="FF0000"/>
                  </a:solidFill>
                </a:rPr>
                <a:t>Wagers Report </a:t>
              </a:r>
              <a:r>
                <a:rPr lang="en-US" sz="1600" b="1" dirty="0" smtClean="0"/>
                <a:t>– Brokerage account details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 smtClean="0">
                  <a:solidFill>
                    <a:srgbClr val="FF0000"/>
                  </a:solidFill>
                </a:rPr>
                <a:t>Active Report </a:t>
              </a:r>
              <a:r>
                <a:rPr lang="en-US" sz="1600" b="1" dirty="0" smtClean="0"/>
                <a:t>– No. of Active Accounts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 smtClean="0">
                  <a:solidFill>
                    <a:srgbClr val="FF0000"/>
                  </a:solidFill>
                </a:rPr>
                <a:t>Exclude Reports </a:t>
              </a:r>
              <a:r>
                <a:rPr lang="en-US" sz="1600" b="1" dirty="0" smtClean="0"/>
                <a:t>– Exclude Accounts based on Dependent Request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 smtClean="0">
                  <a:solidFill>
                    <a:srgbClr val="FF0000"/>
                  </a:solidFill>
                </a:rPr>
                <a:t>Create Letter </a:t>
              </a:r>
              <a:r>
                <a:rPr lang="en-US" sz="1600" b="1" dirty="0" smtClean="0"/>
                <a:t>– For mainframe letter generation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600" b="1" dirty="0" smtClean="0">
                  <a:solidFill>
                    <a:srgbClr val="FF0000"/>
                  </a:solidFill>
                </a:rPr>
                <a:t>Client Impact </a:t>
              </a:r>
              <a:r>
                <a:rPr lang="en-US" sz="1600" b="1" dirty="0" smtClean="0"/>
                <a:t>– All balances from All accounts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9338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679269" y="855619"/>
            <a:ext cx="10620102" cy="5157789"/>
            <a:chOff x="378824" y="163287"/>
            <a:chExt cx="10620102" cy="5157789"/>
          </a:xfrm>
        </p:grpSpPr>
        <p:sp>
          <p:nvSpPr>
            <p:cNvPr id="4" name="Rectangle 3"/>
            <p:cNvSpPr/>
            <p:nvPr/>
          </p:nvSpPr>
          <p:spPr>
            <a:xfrm>
              <a:off x="378824" y="163287"/>
              <a:ext cx="2664822" cy="43760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Api</a:t>
              </a:r>
              <a:r>
                <a:rPr lang="en-US" dirty="0" smtClean="0"/>
                <a:t>/Active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70264" y="1247504"/>
              <a:ext cx="2573382" cy="75111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 smtClean="0">
                  <a:solidFill>
                    <a:srgbClr val="FFFF00"/>
                  </a:solidFill>
                  <a:latin typeface="Consolas" panose="020B0609020204030204" pitchFamily="49" charset="0"/>
                </a:rPr>
                <a:t>api</a:t>
              </a:r>
              <a:r>
                <a:rPr lang="en-US" b="1" dirty="0" smtClean="0">
                  <a:solidFill>
                    <a:srgbClr val="FFFF00"/>
                  </a:solidFill>
                  <a:latin typeface="Consolas" panose="020B0609020204030204" pitchFamily="49" charset="0"/>
                </a:rPr>
                <a:t>/active/</a:t>
              </a:r>
            </a:p>
            <a:p>
              <a:pPr algn="ctr"/>
              <a:r>
                <a:rPr lang="en-US" dirty="0" err="1" smtClean="0"/>
                <a:t>ActiveController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543109" y="960122"/>
              <a:ext cx="2455817" cy="12409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002060"/>
                  </a:solidFill>
                </a:rPr>
                <a:t>Model for </a:t>
              </a:r>
              <a:r>
                <a:rPr lang="en-US" b="1" dirty="0" err="1" smtClean="0">
                  <a:solidFill>
                    <a:srgbClr val="002060"/>
                  </a:solidFill>
                </a:rPr>
                <a:t>ActiveTable</a:t>
              </a:r>
              <a:endParaRPr lang="en-US" b="1" dirty="0" smtClean="0">
                <a:solidFill>
                  <a:srgbClr val="002060"/>
                </a:solidFill>
              </a:endParaRPr>
            </a:p>
            <a:p>
              <a:pPr algn="ctr"/>
              <a:r>
                <a:rPr lang="en-US" sz="1400" dirty="0" smtClean="0">
                  <a:solidFill>
                    <a:srgbClr val="002060"/>
                  </a:solidFill>
                </a:rPr>
                <a:t>Comes from common for all applications</a:t>
              </a:r>
              <a:endParaRPr lang="en-US" sz="1400" dirty="0">
                <a:solidFill>
                  <a:srgbClr val="002060"/>
                </a:solidFill>
              </a:endParaRPr>
            </a:p>
          </p:txBody>
        </p:sp>
        <p:cxnSp>
          <p:nvCxnSpPr>
            <p:cNvPr id="13" name="Straight Arrow Connector 12"/>
            <p:cNvCxnSpPr>
              <a:endCxn id="7" idx="0"/>
            </p:cNvCxnSpPr>
            <p:nvPr/>
          </p:nvCxnSpPr>
          <p:spPr>
            <a:xfrm>
              <a:off x="1756955" y="627019"/>
              <a:ext cx="0" cy="620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3526970" y="1400379"/>
              <a:ext cx="1841864" cy="53557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ActiveServices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982788" y="1408622"/>
              <a:ext cx="1796145" cy="53557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ActiveRepository</a:t>
              </a:r>
              <a:endParaRPr lang="en-US" dirty="0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1711235" y="2036718"/>
              <a:ext cx="0" cy="5399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5" idx="3"/>
              <a:endCxn id="24" idx="1"/>
            </p:cNvCxnSpPr>
            <p:nvPr/>
          </p:nvCxnSpPr>
          <p:spPr>
            <a:xfrm>
              <a:off x="5368834" y="1668168"/>
              <a:ext cx="613954" cy="8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4" idx="3"/>
            </p:cNvCxnSpPr>
            <p:nvPr/>
          </p:nvCxnSpPr>
          <p:spPr>
            <a:xfrm flipV="1">
              <a:off x="7778933" y="1676410"/>
              <a:ext cx="61395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587828" y="2576651"/>
              <a:ext cx="2455818" cy="53557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GenerateWorksheet</a:t>
              </a:r>
              <a:endParaRPr lang="en-US" dirty="0"/>
            </a:p>
          </p:txBody>
        </p:sp>
        <p:cxnSp>
          <p:nvCxnSpPr>
            <p:cNvPr id="41" name="Straight Arrow Connector 40"/>
            <p:cNvCxnSpPr>
              <a:stCxn id="39" idx="3"/>
            </p:cNvCxnSpPr>
            <p:nvPr/>
          </p:nvCxnSpPr>
          <p:spPr>
            <a:xfrm flipV="1">
              <a:off x="3043646" y="2844439"/>
              <a:ext cx="9013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>
              <a:off x="3944982" y="2576651"/>
              <a:ext cx="2037806" cy="53557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OnDemand</a:t>
              </a:r>
              <a:endParaRPr lang="en-US" dirty="0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2984864" y="3144887"/>
              <a:ext cx="816427" cy="3461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3944982" y="3317969"/>
              <a:ext cx="2037806" cy="52577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Mainframe </a:t>
              </a:r>
              <a:r>
                <a:rPr lang="en-US" dirty="0" err="1" smtClean="0"/>
                <a:t>Loder</a:t>
              </a:r>
              <a:endParaRPr lang="en-US" dirty="0"/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6165668" y="2844439"/>
              <a:ext cx="13324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7498080" y="2694609"/>
              <a:ext cx="2573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Sending Bulk mails</a:t>
              </a:r>
              <a:endParaRPr lang="en-US" dirty="0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6165668" y="3583034"/>
              <a:ext cx="13324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7498080" y="3417029"/>
              <a:ext cx="25733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Perform mainframe related Activities</a:t>
              </a:r>
              <a:endParaRPr lang="en-US" dirty="0"/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>
              <a:off x="1815737" y="3144887"/>
              <a:ext cx="0" cy="5953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836023" y="3843748"/>
              <a:ext cx="282157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ResponceEntity</a:t>
              </a:r>
              <a:endParaRPr lang="en-US" dirty="0" smtClean="0"/>
            </a:p>
            <a:p>
              <a:r>
                <a:rPr lang="en-US" dirty="0"/>
                <a:t> </a:t>
              </a:r>
              <a:r>
                <a:rPr lang="en-US" dirty="0" smtClean="0"/>
                <a:t>             |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     $scope</a:t>
              </a:r>
            </a:p>
            <a:p>
              <a:r>
                <a:rPr lang="en-US" dirty="0" smtClean="0"/>
                <a:t>             |</a:t>
              </a:r>
            </a:p>
            <a:p>
              <a:r>
                <a:rPr lang="en-US" dirty="0" smtClean="0"/>
                <a:t>     Display UI</a:t>
              </a:r>
              <a:endParaRPr lang="en-US" dirty="0"/>
            </a:p>
          </p:txBody>
        </p:sp>
        <p:cxnSp>
          <p:nvCxnSpPr>
            <p:cNvPr id="67" name="Straight Arrow Connector 66"/>
            <p:cNvCxnSpPr>
              <a:stCxn id="7" idx="3"/>
              <a:endCxn id="15" idx="1"/>
            </p:cNvCxnSpPr>
            <p:nvPr/>
          </p:nvCxnSpPr>
          <p:spPr>
            <a:xfrm>
              <a:off x="3043646" y="1623061"/>
              <a:ext cx="483324" cy="451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3811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/>
          <p:cNvGrpSpPr/>
          <p:nvPr/>
        </p:nvGrpSpPr>
        <p:grpSpPr>
          <a:xfrm>
            <a:off x="275410" y="457200"/>
            <a:ext cx="11629207" cy="4232366"/>
            <a:chOff x="562793" y="418011"/>
            <a:chExt cx="11629207" cy="4232366"/>
          </a:xfrm>
        </p:grpSpPr>
        <p:sp>
          <p:nvSpPr>
            <p:cNvPr id="4" name="Rectangle 3"/>
            <p:cNvSpPr/>
            <p:nvPr/>
          </p:nvSpPr>
          <p:spPr>
            <a:xfrm>
              <a:off x="562793" y="666204"/>
              <a:ext cx="1881051" cy="666205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BitBucket</a:t>
              </a:r>
              <a:endParaRPr lang="en-US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05994" y="666204"/>
              <a:ext cx="1976846" cy="666205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Bamboo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089468" y="1874517"/>
              <a:ext cx="1824446" cy="666205"/>
            </a:xfrm>
            <a:prstGeom prst="rect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Veracode</a:t>
              </a:r>
              <a:endParaRPr lang="en-US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6953795" y="1332409"/>
              <a:ext cx="0" cy="542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5" idx="3"/>
              <a:endCxn id="13" idx="1"/>
            </p:cNvCxnSpPr>
            <p:nvPr/>
          </p:nvCxnSpPr>
          <p:spPr>
            <a:xfrm>
              <a:off x="5282840" y="999307"/>
              <a:ext cx="9220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6204857" y="666204"/>
              <a:ext cx="1593669" cy="66620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.war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007531" y="666204"/>
              <a:ext cx="1110343" cy="66620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GREEN</a:t>
              </a:r>
              <a:endParaRPr lang="en-US" dirty="0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V="1">
              <a:off x="9170126" y="535577"/>
              <a:ext cx="1280160" cy="2220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4" idx="3"/>
              <a:endCxn id="23" idx="1"/>
            </p:cNvCxnSpPr>
            <p:nvPr/>
          </p:nvCxnSpPr>
          <p:spPr>
            <a:xfrm>
              <a:off x="9117874" y="999307"/>
              <a:ext cx="1332412" cy="157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9170126" y="1175657"/>
              <a:ext cx="1280160" cy="4278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0450286" y="418011"/>
              <a:ext cx="174171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DEV</a:t>
              </a:r>
            </a:p>
            <a:p>
              <a:r>
                <a:rPr lang="en-US" dirty="0" smtClean="0"/>
                <a:t> </a:t>
              </a:r>
            </a:p>
            <a:p>
              <a:r>
                <a:rPr lang="en-US" dirty="0" smtClean="0"/>
                <a:t>UAT</a:t>
              </a:r>
            </a:p>
            <a:p>
              <a:endParaRPr lang="en-US" dirty="0"/>
            </a:p>
            <a:p>
              <a:r>
                <a:rPr lang="en-US" dirty="0" smtClean="0"/>
                <a:t>PROD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38160" y="1389560"/>
              <a:ext cx="11473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 smtClean="0">
                  <a:solidFill>
                    <a:srgbClr val="00B050"/>
                  </a:solidFill>
                </a:rPr>
                <a:t>veracode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083731" y="1817366"/>
              <a:ext cx="1110343" cy="66620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RED</a:t>
              </a:r>
              <a:endParaRPr lang="en-US" dirty="0"/>
            </a:p>
          </p:txBody>
        </p:sp>
        <p:cxnSp>
          <p:nvCxnSpPr>
            <p:cNvPr id="32" name="Elbow Connector 31"/>
            <p:cNvCxnSpPr>
              <a:stCxn id="28" idx="2"/>
            </p:cNvCxnSpPr>
            <p:nvPr/>
          </p:nvCxnSpPr>
          <p:spPr>
            <a:xfrm rot="5400000">
              <a:off x="5202008" y="-105866"/>
              <a:ext cx="847458" cy="602633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600891" y="2483571"/>
              <a:ext cx="2011680" cy="2166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- - - - - - - - - - - - - - - - - - - - - - - - - - - - 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flipH="1">
              <a:off x="4355373" y="3013949"/>
              <a:ext cx="34681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Fix </a:t>
              </a:r>
              <a:r>
                <a:rPr lang="en-US" dirty="0" err="1" smtClean="0">
                  <a:solidFill>
                    <a:srgbClr val="FF0000"/>
                  </a:solidFill>
                </a:rPr>
                <a:t>Isues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/>
            <p:cNvCxnSpPr>
              <a:stCxn id="4" idx="3"/>
              <a:endCxn id="5" idx="1"/>
            </p:cNvCxnSpPr>
            <p:nvPr/>
          </p:nvCxnSpPr>
          <p:spPr>
            <a:xfrm>
              <a:off x="2443844" y="999307"/>
              <a:ext cx="8621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endCxn id="4" idx="2"/>
            </p:cNvCxnSpPr>
            <p:nvPr/>
          </p:nvCxnSpPr>
          <p:spPr>
            <a:xfrm flipV="1">
              <a:off x="1476103" y="1332409"/>
              <a:ext cx="27216" cy="11511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1227909" y="1817366"/>
              <a:ext cx="1815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Commit code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5404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150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12</cp:revision>
  <dcterms:created xsi:type="dcterms:W3CDTF">2019-03-09T05:50:25Z</dcterms:created>
  <dcterms:modified xsi:type="dcterms:W3CDTF">2019-03-09T06:49:06Z</dcterms:modified>
</cp:coreProperties>
</file>